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9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19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34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70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46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1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12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53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9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9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546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39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4091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003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822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6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29A0C-A80B-46FB-9724-EF2A2345507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C23D3FC-4559-490C-B9F8-7A5E579CA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98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2DA8-D250-A85B-4105-B648A9FF5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552" y="1041400"/>
            <a:ext cx="9144000" cy="2387600"/>
          </a:xfrm>
        </p:spPr>
        <p:txBody>
          <a:bodyPr/>
          <a:lstStyle/>
          <a:p>
            <a:pPr algn="l"/>
            <a:r>
              <a:rPr lang="en-US" dirty="0"/>
              <a:t>Applications of Machine Learning in Manufacturing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983F5-578B-7EEB-88FF-8BE902727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080" y="3429000"/>
            <a:ext cx="9144000" cy="1655762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r>
              <a:rPr lang="en-US" dirty="0"/>
              <a:t>C. Shiva Sathwik Reddy (160723733047)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23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3CB8-53AB-54C8-87E7-8339A55A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Predictive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02B6-5660-4346-C22A-916086F4E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Machine Learning is used to:</a:t>
            </a:r>
          </a:p>
          <a:p>
            <a:pPr lvl="1" algn="just"/>
            <a:r>
              <a:rPr lang="en-US" dirty="0"/>
              <a:t>Collect data from sensors in machines</a:t>
            </a:r>
          </a:p>
          <a:p>
            <a:pPr lvl="1" algn="just"/>
            <a:r>
              <a:rPr lang="en-US" dirty="0"/>
              <a:t>Predict failures before they occur</a:t>
            </a:r>
          </a:p>
          <a:p>
            <a:pPr lvl="1" algn="just"/>
            <a:r>
              <a:rPr lang="en-US" dirty="0"/>
              <a:t>Reduce machine breakdowns and downtime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4C1F6-DB91-4C82-A94D-9434E9ED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592" y="3625585"/>
            <a:ext cx="4543298" cy="255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3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F965-F534-4E9C-DB7E-5C0DA06A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Quality Control and Defect Detection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8292-5E18-122E-4F48-FEFE3F35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manufacturing, ML is used to:</a:t>
            </a:r>
          </a:p>
          <a:p>
            <a:pPr lvl="1"/>
            <a:r>
              <a:rPr lang="en-US" dirty="0"/>
              <a:t>Detect defects in products using cameras</a:t>
            </a:r>
          </a:p>
          <a:p>
            <a:pPr lvl="1"/>
            <a:r>
              <a:rPr lang="en-US" dirty="0"/>
              <a:t>Check size, shape, and surface quality</a:t>
            </a:r>
          </a:p>
          <a:p>
            <a:pPr lvl="1"/>
            <a:r>
              <a:rPr lang="en-US" dirty="0"/>
              <a:t>Reduce human errors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5A43E-A8EB-3730-E659-37C18AF22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768" y="3221736"/>
            <a:ext cx="4539996" cy="302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5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1376-2944-E2AE-6C9C-8B33C97D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Process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D230-30A0-FBE1-6520-8457A768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Machine Learning helps to:</a:t>
            </a:r>
          </a:p>
          <a:p>
            <a:pPr lvl="1"/>
            <a:r>
              <a:rPr lang="en-US" dirty="0"/>
              <a:t>Optimize production processes</a:t>
            </a:r>
          </a:p>
          <a:p>
            <a:pPr lvl="1"/>
            <a:r>
              <a:rPr lang="en-US" dirty="0"/>
              <a:t>Reduce material waste</a:t>
            </a:r>
          </a:p>
          <a:p>
            <a:pPr lvl="1"/>
            <a:r>
              <a:rPr lang="en-US" dirty="0"/>
              <a:t>Improve energy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66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3F20-5249-FF8A-615A-6850131A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Supply Chain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C146-3364-591E-A209-F709918D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82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Machine Learning is used to:</a:t>
            </a:r>
          </a:p>
          <a:p>
            <a:pPr lvl="1"/>
            <a:r>
              <a:rPr lang="en-US" dirty="0"/>
              <a:t>Predict demand for products</a:t>
            </a:r>
          </a:p>
          <a:p>
            <a:pPr lvl="1"/>
            <a:r>
              <a:rPr lang="en-US" dirty="0"/>
              <a:t>Manage inventory efficiently</a:t>
            </a:r>
          </a:p>
          <a:p>
            <a:pPr lvl="1"/>
            <a:r>
              <a:rPr lang="en-US" dirty="0"/>
              <a:t>Reduce delays in supply</a:t>
            </a:r>
          </a:p>
          <a:p>
            <a:r>
              <a:rPr lang="en-US" dirty="0"/>
              <a:t>This helps in smooth production planning.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2E1FC-D484-19CF-824B-98E854BB9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664" y="2441447"/>
            <a:ext cx="53784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5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B78A-EE70-B51E-7FB1-9D66ECBB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Robotics and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F45B-9997-48AC-26AE-4F2CA8CB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Machine Learning is applied in:</a:t>
            </a:r>
          </a:p>
          <a:p>
            <a:pPr lvl="1"/>
            <a:r>
              <a:rPr lang="en-US" dirty="0"/>
              <a:t>Industrial robots</a:t>
            </a:r>
          </a:p>
          <a:p>
            <a:pPr lvl="1"/>
            <a:r>
              <a:rPr lang="en-US" dirty="0"/>
              <a:t>Assembly lines</a:t>
            </a:r>
          </a:p>
          <a:p>
            <a:pPr lvl="1"/>
            <a:r>
              <a:rPr lang="en-US" dirty="0"/>
              <a:t>Human–robot collaboration</a:t>
            </a:r>
          </a:p>
          <a:p>
            <a:r>
              <a:rPr lang="en-US" dirty="0"/>
              <a:t>Robots learn tasks faster and work more safely.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50BF9-4EC1-0849-93D4-EED69F1EB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1176"/>
            <a:ext cx="4895088" cy="287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160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1352</TotalTime>
  <Words>147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Applications of Machine Learning in Manufacturing</vt:lpstr>
      <vt:lpstr>1. Predictive Maintenance</vt:lpstr>
      <vt:lpstr>2. Quality Control and Defect Detection </vt:lpstr>
      <vt:lpstr>3. Process Optimization</vt:lpstr>
      <vt:lpstr>4. Supply Chain Management</vt:lpstr>
      <vt:lpstr>5. Robotics and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Sathwik Reddy</dc:creator>
  <cp:lastModifiedBy>Shiva Sathwik Reddy</cp:lastModifiedBy>
  <cp:revision>1</cp:revision>
  <dcterms:created xsi:type="dcterms:W3CDTF">2026-02-14T07:23:13Z</dcterms:created>
  <dcterms:modified xsi:type="dcterms:W3CDTF">2026-02-15T05:55:47Z</dcterms:modified>
</cp:coreProperties>
</file>